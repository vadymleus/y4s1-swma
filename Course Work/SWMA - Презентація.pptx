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Proxima Nova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roximaNova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roximaNova-italic.fntdata"/><Relationship Id="rId14" Type="http://schemas.openxmlformats.org/officeDocument/2006/relationships/font" Target="fonts/ProximaNova-bold.fntdata"/><Relationship Id="rId16" Type="http://schemas.openxmlformats.org/officeDocument/2006/relationships/font" Target="fonts/ProximaNova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e4b58448c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e4b58448c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e4b58448c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ae4b58448c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e4b58448c_0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ae4b58448c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e4b58448c_0_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e4b58448c_0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e4b58448c_0_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e4b58448c_0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e4b58448c_0_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e4b58448c_0_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484800" y="983075"/>
            <a:ext cx="8174400" cy="5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b="1" lang="ru" sz="2648"/>
              <a:t>Платформа шаблонного створення веб-ресурсів</a:t>
            </a:r>
            <a:endParaRPr b="1" sz="2648"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72400" y="1640850"/>
            <a:ext cx="7999200" cy="3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ru" sz="1580"/>
              <a:t>Курсова робота з дисципліни «Моделювання та аналіз програмного забезпечення»</a:t>
            </a:r>
            <a:endParaRPr sz="1580"/>
          </a:p>
        </p:txBody>
      </p:sp>
      <p:sp>
        <p:nvSpPr>
          <p:cNvPr id="61" name="Google Shape;61;p13"/>
          <p:cNvSpPr txBox="1"/>
          <p:nvPr>
            <p:ph idx="1" type="subTitle"/>
          </p:nvPr>
        </p:nvSpPr>
        <p:spPr>
          <a:xfrm>
            <a:off x="6935700" y="3633475"/>
            <a:ext cx="1635900" cy="8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Студент групи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ІПЗ-22-3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Леус Вадим</a:t>
            </a:r>
            <a:endParaRPr/>
          </a:p>
        </p:txBody>
      </p:sp>
      <p:pic>
        <p:nvPicPr>
          <p:cNvPr id="62" name="Google Shape;62;p13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1079792">
            <a:off x="2710026" y="3320336"/>
            <a:ext cx="1357624" cy="1357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 title="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71600" y="233900"/>
            <a:ext cx="397649" cy="395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 Характеристика об'єкта розробки</a:t>
            </a:r>
            <a:endParaRPr b="1"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98225" y="1113150"/>
            <a:ext cx="8127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Проблема:</a:t>
            </a: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Складність та висока вартість індивідуальної розробки веб-ресурсів для малого бізнесу.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Мета:</a:t>
            </a: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Розробка інформаційної системи, що дозволяє користувачам без технічних навичок створювати та адмініструвати веб-сайти (інтернет-магазини, портфоліо).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Ключова особливість:</a:t>
            </a: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Використання модульної архітектури, де сайт формується з набору налаштовуваних блоків.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4" title="RL8zJm915EmlkV_mfDA2GkWi30cbLXfYOtF00fV0dRbR2cDCu52qC9AeeTBu5u18meVWNtZl7pcxW874vh8lEpDlPlPoiVOYtMpKNMTFrrH3qLNTymFNgQkA9XrIv5Thcif-f4hQ3t7XEbv9Xn6b-8NdF90sBtZ2Cy9Xm5D9f9CYBwP2h283DZmlgDOL29-MaCWTBwN5tpoW4n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6000" y="2776725"/>
            <a:ext cx="3589101" cy="182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4" title="PL9DJXin5DwFD7TuogA2nLoW2mHfLgqe2zHTDsvYHQC6pzJsY2sPK50t856KIfLQr1jCQ2E5eGbNUBvHl-U0Yc0r7llxUv-zxRoolZeOfOdxc9jIMNL0Jd-gjEdhNUsS6kgTKJuqrDV6Q_iOPhKh2-CUO5qzAWvth2qEoTjAfqcQgBulB7NuEw_24I_2EDHXmjVSXDCEAKVld2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8975" y="3089593"/>
            <a:ext cx="2650975" cy="169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 Діаграма варіантів використання</a:t>
            </a:r>
            <a:endParaRPr b="1"/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311700" y="1133550"/>
            <a:ext cx="3671400" cy="3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Виділено три </a:t>
            </a:r>
            <a:r>
              <a:rPr b="1"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</a:t>
            </a:r>
            <a:r>
              <a:rPr b="1"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олі користувачів: 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Гість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Користувач (Власник сайту)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Адміністратор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Основні сценарії: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Створення та налаштування сайту (Редактор)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Управління контентом сайтів (Товари, Медіатека)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Обробка замовлень (CRM-функціонал)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Модерація сайтів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" name="Google Shape;7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4575" y="1309000"/>
            <a:ext cx="5019299" cy="28902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Інфологічна модель бази даних</a:t>
            </a:r>
            <a:endParaRPr b="1"/>
          </a:p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Спроектовано реляційну базу даних (MySQL)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Ключові сутності: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ru" sz="14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Sites</a:t>
            </a: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центральний об'єкт системи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ru" sz="14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Saved_b</a:t>
            </a:r>
            <a:r>
              <a:rPr lang="ru" sz="14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locks</a:t>
            </a: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зберігаються у форматі JSON для гнучкості структури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ru" sz="14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Products/Categories</a:t>
            </a: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для реалізації модуля електронної комерції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ru" sz="14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user_templates</a:t>
            </a: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для зберігання шаблонів сайтів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5" name="Google Shape;85;p16" title="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863" y="3118850"/>
            <a:ext cx="8932277" cy="185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1850" y="923400"/>
            <a:ext cx="1518700" cy="102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Моделювання життєвого циклу сайту</a:t>
            </a:r>
            <a:endParaRPr b="1"/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311700" y="1152475"/>
            <a:ext cx="4465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Розроблено діаграму станів для сутності «Сайт».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Стани системи: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Draft (Чернетка):</a:t>
            </a: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Доступно лише власнику для редагування.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Published (Опубліковано):</a:t>
            </a: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Сайт доступний публічно в інтернеті.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Suspended (Призупинено):</a:t>
            </a: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Блокування адміністратором за порушення.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17" title="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6825" y="1152475"/>
            <a:ext cx="4211776" cy="301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Реалізація програмного прототипу</a:t>
            </a:r>
            <a:endParaRPr b="1"/>
          </a:p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311700" y="1152475"/>
            <a:ext cx="4062300" cy="27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Розроблено клієнт-серверну архітектуру (SPA + REST API).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Реалізований функціонал: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Візуальний редактор блоків (Drag-n-Drop).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Адаптивна верстка згенерованих сайтів.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Панель управління сайтом</a:t>
            </a:r>
            <a:endParaRPr sz="2100"/>
          </a:p>
        </p:txBody>
      </p:sp>
      <p:pic>
        <p:nvPicPr>
          <p:cNvPr id="100" name="Google Shape;10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4525" y="1017725"/>
            <a:ext cx="4465198" cy="28056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3152925" y="2105800"/>
            <a:ext cx="312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3020"/>
              <a:t>Дякую за увагу!</a:t>
            </a:r>
            <a:endParaRPr b="1" sz="302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